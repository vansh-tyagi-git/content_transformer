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303520"/>
            <a:ext cx="2286000" cy="2286000"/>
          </a:xfrm>
          <a:prstGeom prst="ellipse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8778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in the Modern Energy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83280"/>
            <a:ext cx="1051560" cy="6400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D9EAF7"/>
                </a:solidFill>
                <a:latin typeface="Aptos"/>
              </a:rPr>
              <a:t>Enhancing Forecasting, Optimization, and Grid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This presentation explores how artificial intelligence is transforming the energy sector by improving renewable energy forecasting, demand prediction, resource optimization, and grid stability.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59893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Key Applications of AI in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Renewable Energy 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predicts solar and wind output using weather and historical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50876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0876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92224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830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Demand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3500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estimates future electricity demand based on consumption patterns and external factors.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Resource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determines optimal operation of generation units and storage systems.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03320"/>
            <a:ext cx="5212080" cy="182880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8" y="3657600"/>
            <a:ext cx="5212080" cy="182880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657600"/>
            <a:ext cx="64008" cy="18288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393192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410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931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Predictive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449884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AI monitors equipment sensors to detect potential failures early.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addresses critical challenges in renewable integration and grid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Source content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Enhancing Energy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Renewable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analyzes weather, cloud conditions, wind speed, and historical data to predict solar and wind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Electricity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AI models consumption patterns, temperature, time of day, and weather to estimate future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Accurate forecasting reduces uncertainty and improves grid planning.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Renewable and demand forecasting sections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AI-Driven Energy Resource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4680"/>
            <a:ext cx="9875520" cy="45720"/>
          </a:xfrm>
          <a:prstGeom prst="rect">
            <a:avLst/>
          </a:prstGeom>
          <a:solidFill>
            <a:srgbClr val="D9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Gather data on generation units, storage systems, and demand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481584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584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48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Model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AI models analyze data to determine optimal operation schedules.</a:t>
            </a:r>
          </a:p>
        </p:txBody>
      </p:sp>
      <p:sp>
        <p:nvSpPr>
          <p:cNvPr id="15" name="Oval 14"/>
          <p:cNvSpPr/>
          <p:nvPr/>
        </p:nvSpPr>
        <p:spPr>
          <a:xfrm>
            <a:off x="8260080" y="2788920"/>
            <a:ext cx="731520" cy="73152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285292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57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5720" y="3703320"/>
            <a:ext cx="1965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Batteries and generation units are activated based on AI recommendations.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optimizes energy resources to reduce costs and improve efficiency.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Energy resource optimization section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Predictive Maintenance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Continuous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Sensors track equipment health in real-time.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7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81727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7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AI identifies unusual patterns indicating potential failures.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645920"/>
            <a:ext cx="3429000" cy="3566160"/>
          </a:xfrm>
          <a:prstGeom prst="round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1600200"/>
            <a:ext cx="3429000" cy="356616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600200"/>
            <a:ext cx="64008" cy="35661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874519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883663"/>
            <a:ext cx="5029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187451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Proactive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560320"/>
            <a:ext cx="2788920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Maintenance is scheduled before failures occur.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Predictive maintenance reduces downtime and operational costs.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Predictive maintenance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F2937"/>
                </a:solidFill>
                <a:latin typeface="Aptos"/>
              </a:rPr>
              <a:t>Balancing Opportunities and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24712"/>
            <a:ext cx="731520" cy="5029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Improved renewable integration, grid efficiency, and cost savings.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457200" cy="4572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8366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92807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75B5"/>
                </a:solidFill>
                <a:latin typeface="Aptos"/>
              </a:rP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5603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926079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Data quality, cybersecurity, computational needs, and human oversight.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806440"/>
            <a:ext cx="10881360" cy="502920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806440"/>
            <a:ext cx="73152" cy="5029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879592"/>
            <a:ext cx="10469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AI offers significant benefits but requires careful management.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Challenges and benefits sections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EAF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Building Smarter Energy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2412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80360"/>
            <a:ext cx="94183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D9EAF7"/>
                </a:solidFill>
                <a:latin typeface="Aptos"/>
              </a:rPr>
              <a:t>AI is a critical tool for creating resilient, efficient, and renewable-friendly energy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ptos"/>
              </a:rPr>
              <a:t>Conclusion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