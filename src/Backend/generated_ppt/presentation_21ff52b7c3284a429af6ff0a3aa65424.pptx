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-1097280"/>
            <a:ext cx="4114800" cy="411480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5303520"/>
            <a:ext cx="2286000" cy="2286000"/>
          </a:xfrm>
          <a:prstGeom prst="ellipse">
            <a:avLst/>
          </a:prstGeom>
          <a:solidFill>
            <a:srgbClr val="D9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74519"/>
            <a:ext cx="877824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900" b="1">
                <a:solidFill>
                  <a:srgbClr val="FFFFFF"/>
                </a:solidFill>
                <a:latin typeface="Aptos"/>
              </a:rPr>
              <a:t>AI in Electrical Vehicles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383280"/>
            <a:ext cx="1051560" cy="64008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70332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D9EAF7"/>
                </a:solidFill>
                <a:latin typeface="Aptos"/>
              </a:rPr>
              <a:t>Exploring the Intersection of Artificial Intelligence and EV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572000"/>
            <a:ext cx="8046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This presentation provides an overview of the role of artificial intelligence in electrical vehicles, highlighting key themes and potential implications for executive leadership.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38360" y="5989320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ptos"/>
              </a:rPr>
              <a:t>EXECUTIVE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75B5"/>
                </a:solidFill>
                <a:latin typeface="Aptos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Aptos"/>
              </a:rPr>
              <a:t>Key Themes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24712"/>
            <a:ext cx="731520" cy="50292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645920"/>
            <a:ext cx="5212080" cy="356616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00200"/>
            <a:ext cx="5212080" cy="356616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00200"/>
            <a:ext cx="64008" cy="356616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1874519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83663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874519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Aptos"/>
              </a:rPr>
              <a:t>Artificial 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7" y="2560320"/>
            <a:ext cx="4572000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ptos"/>
              </a:rPr>
              <a:t>AI technologies are increasingly integrated into electrical vehicles.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645920"/>
            <a:ext cx="5212080" cy="356616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44768" y="1600200"/>
            <a:ext cx="5212080" cy="356616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00200"/>
            <a:ext cx="64008" cy="356616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19088" y="1874519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1883663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9168" y="1874519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Aptos"/>
              </a:rPr>
              <a:t>Electrical Vehicles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7" y="2560320"/>
            <a:ext cx="4572000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ptos"/>
              </a:rPr>
              <a:t>EVs benefit from AI in areas such as autonomous driving and energy management.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806440"/>
            <a:ext cx="10881360" cy="50292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5806440"/>
            <a:ext cx="73152" cy="50292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5879592"/>
            <a:ext cx="104698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AI and EVs are converging to create advanced automotive solutions.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739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ptos"/>
              </a:rPr>
              <a:t>Key themes from source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75B5"/>
                </a:solidFill>
                <a:latin typeface="Aptos"/>
              </a:rPr>
              <a:t>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Aptos"/>
              </a:rPr>
              <a:t>Potential AI Applications in EVs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24712"/>
            <a:ext cx="731520" cy="50292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691640"/>
            <a:ext cx="3429000" cy="352044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45920"/>
            <a:ext cx="3429000" cy="352044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45920"/>
            <a:ext cx="64008" cy="352044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1920240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29384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92024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Aptos"/>
              </a:rPr>
              <a:t>Autonomous Driving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7" y="2606040"/>
            <a:ext cx="2788920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ptos"/>
              </a:rPr>
              <a:t>AI enables self-driving capabilities in electrical vehicles.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43983" y="1691640"/>
            <a:ext cx="3429000" cy="352044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07407" y="1645920"/>
            <a:ext cx="3429000" cy="352044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7407" y="1645920"/>
            <a:ext cx="64008" cy="352044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81727" y="1920240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81727" y="1929384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21807" y="192024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Aptos"/>
              </a:rPr>
              <a:t>Energy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27447" y="2606040"/>
            <a:ext cx="2788920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ptos"/>
              </a:rPr>
              <a:t>AI optimizes battery usage and charging cycles.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93023" y="1691640"/>
            <a:ext cx="3429000" cy="352044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56448" y="1645920"/>
            <a:ext cx="3429000" cy="352044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56448" y="1645920"/>
            <a:ext cx="64008" cy="352044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30768" y="1920240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1929384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0848" y="192024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Aptos"/>
              </a:rPr>
              <a:t>Predictive Maintenance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76488" y="2606040"/>
            <a:ext cx="2788920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ptos"/>
              </a:rPr>
              <a:t>AI predicts and alerts for potential vehicle maintenance needs.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5806440"/>
            <a:ext cx="10881360" cy="50292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806440"/>
            <a:ext cx="73152" cy="50292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879592"/>
            <a:ext cx="104698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AI enhances multiple aspects of electrical vehicle functionality.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4739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ptos"/>
              </a:rPr>
              <a:t>Inferred from source topic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75B5"/>
                </a:solidFill>
                <a:latin typeface="Aptos"/>
              </a:rPr>
              <a:t>IMPLICATIONS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Aptos"/>
              </a:rPr>
              <a:t>Strategic Considerations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24712"/>
            <a:ext cx="731520" cy="50292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645920"/>
            <a:ext cx="5212080" cy="356616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00200"/>
            <a:ext cx="5212080" cy="356616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00200"/>
            <a:ext cx="64008" cy="356616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1874519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83663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874519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Aptos"/>
              </a:rPr>
              <a:t>Technology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7" y="2560320"/>
            <a:ext cx="4572000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ptos"/>
              </a:rPr>
              <a:t>Seamless integration of AI into EV systems is critical.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645920"/>
            <a:ext cx="5212080" cy="356616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44768" y="1600200"/>
            <a:ext cx="5212080" cy="356616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00200"/>
            <a:ext cx="64008" cy="356616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19088" y="1874519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1883663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9168" y="1874519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Aptos"/>
              </a:rPr>
              <a:t>Competitive Advantage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7" y="2560320"/>
            <a:ext cx="4572000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ptos"/>
              </a:rPr>
              <a:t>AI-driven features can differentiate EV offerings in the market.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806440"/>
            <a:ext cx="10881360" cy="50292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5806440"/>
            <a:ext cx="73152" cy="50292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5879592"/>
            <a:ext cx="104698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AI in EVs presents opportunities for innovation and market leadership.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739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ptos"/>
              </a:rPr>
              <a:t>Inferred from source topic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EAF7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The Future of AI in Electrical Vehicles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468880"/>
            <a:ext cx="1024128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880360"/>
            <a:ext cx="941832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074920"/>
            <a:ext cx="9875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D9EAF7"/>
                </a:solidFill>
                <a:latin typeface="Aptos"/>
              </a:rPr>
              <a:t>AI is poised to revolutionize the electrical vehicle industry, offering new opportunities for innovation and efficiency.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ptos"/>
              </a:rPr>
              <a:t>Summary of source topic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