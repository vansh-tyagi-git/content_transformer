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097280"/>
            <a:ext cx="4114800" cy="411480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5303520"/>
            <a:ext cx="2286000" cy="2286000"/>
          </a:xfrm>
          <a:prstGeom prst="ellipse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8778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AI in the Modern Energy Sector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83280"/>
            <a:ext cx="1051560" cy="6400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D9EAF7"/>
                </a:solidFill>
                <a:latin typeface="Aptos"/>
              </a:rPr>
              <a:t>Enhancing Efficiency and 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This presentation explores how artificial intelligence is transforming the energy sector by improving forecasting, optimization, monitoring, and decision-making to support reliable and efficient electricity supply.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59893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EXECUTIVE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Key Applications of AI in Energy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Renewable Energy Forecasting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analyzes weather data and historical generation to predict solar and wind power output.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Demand Forecasting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estimates future electricity demand by analyzing consumption patterns and external factors.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Resource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determines optimal operation times for generation units and batteries to enhance efficiency.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447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90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Predictive Maintenance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monitors equipment for unusual patterns to detect potential failures early.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enhances forecasting, optimization, maintenance, and grid stability in the energy sector.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Source content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AI-Driven Improvements in Energy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Forecasting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More accurate predictions of renewable energy output and electricity demand.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3749039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Resource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4114800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Optimal use of generation units and batteries to reduce peak demand.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59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Maintenance Savings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Early detection of equipment issues reduces downtime and costs.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749039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Grid 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114800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Faster detection and response to faults improves grid stability.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delivers significant benefits across forecasting, efficiency, maintenance, and reliability.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Source content benefits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Key Challenges in AI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High-quality data is essential for accurate AI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Cybersecurity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systems must be protected against potential threats.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Computational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models require significant computational power.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447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90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Human Oversight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Reliable human oversight remains critical for AI systems.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adoption in energy requires addressing data quality, cybersecurity, computational needs, and human oversight.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Source content 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EAF7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Future of AI in Energy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02412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80360"/>
            <a:ext cx="94183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1F2937"/>
                </a:solidFill>
                <a:latin typeface="Aptos"/>
              </a:rPr>
              <a:t>AI is becoming a vital tool for building smarter, more resilient energy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7492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D9EAF7"/>
                </a:solidFill>
                <a:latin typeface="Aptos"/>
              </a:rPr>
              <a:t>AI is transforming the energy sector, enabling more efficient and reliable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Source content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