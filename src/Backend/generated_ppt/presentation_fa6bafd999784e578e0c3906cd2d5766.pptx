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097280"/>
            <a:ext cx="4114800" cy="411480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5303520"/>
            <a:ext cx="2286000" cy="2286000"/>
          </a:xfrm>
          <a:prstGeom prst="ellipse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8778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The Future of Renewable Energy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383280"/>
            <a:ext cx="1051560" cy="6400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D9EAF7"/>
                </a:solidFill>
                <a:latin typeface="Aptos"/>
              </a:rPr>
              <a:t>Opportunities and Challenges for Executive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An overview of renewable energy sources, their benefits, challenges, and the path forward for a cleaner energy future.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59893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EXECUTIVE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Why Renewable Energy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645920"/>
            <a:ext cx="521208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521208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87451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Global Importance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560320"/>
            <a:ext cx="45720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Renewable energy reduces dependence on fossil fuels and lowers greenhouse-gas emissions.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521208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600200"/>
            <a:ext cx="521208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87451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Key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560320"/>
            <a:ext cx="45720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Solar, wind, and hydropower are leading renewable energy technologies.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Renewable energy is essential for reducing emissions and ensuring energy security.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Key Renewable Energy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Solar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Converts sunlight into electricity using photovoltaic panels or concentrated solar technologies. Costs have fallen significantly over the past decade.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Wind Energy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Generates electricity by converting wind movement into mechanical and then electrical energy. Can be built on land or offshore.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Solar and wind energy are accessible and scalable renewable energy sources.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Solar Energy, Wind Energy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Overcoming Intermittency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657600" cy="38862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4519" y="2148840"/>
            <a:ext cx="1280160" cy="128016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45059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03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Aptos"/>
              </a:rPr>
              <a:t>Responsible</a:t>
            </a:r>
            <a:br/>
            <a:r>
              <a:t>Implementation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28616" y="1645920"/>
            <a:ext cx="3246120" cy="169164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92040" y="1600200"/>
            <a:ext cx="3246120" cy="16916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92040" y="1600200"/>
            <a:ext cx="64008" cy="16916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66359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59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874519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Energy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2441448"/>
            <a:ext cx="2606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Batteries and other storage technologies can store excess electricity and release it when demand is high.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5" y="1645920"/>
            <a:ext cx="3246120" cy="169164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600200"/>
            <a:ext cx="3246120" cy="16916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600200"/>
            <a:ext cx="64008" cy="16916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0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874519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Intermittent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441448"/>
            <a:ext cx="2606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Solar power is unavailable at night, and wind generation varies with weather conditions.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Energy storage is critical to addressing the intermittency of renewable energy.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Energy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Benefits and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Reduces carbon emissions, decreases dependence on imported fuels, creates jobs, improves energy security, supports decentralized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Challenges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Intermittent generation, high initial costs, land/environmental considerations, grid integration, need for better storage.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Renewable energy offers significant benefits but requires addressing key challenges.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Benefits,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PATH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Transitioning to Renewable Energy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657600" cy="38862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4519" y="2148840"/>
            <a:ext cx="1280160" cy="128016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45059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033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Aptos"/>
              </a:rPr>
              <a:t>Responsible</a:t>
            </a:r>
            <a:br/>
            <a:r>
              <a:t>Implementation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28616" y="1645920"/>
            <a:ext cx="3246120" cy="169164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92040" y="1600200"/>
            <a:ext cx="3246120" cy="16916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92040" y="1600200"/>
            <a:ext cx="64008" cy="16916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66359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59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874519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Investment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2441448"/>
            <a:ext cx="2606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Financial commitment is needed to develop infrastructure and technology.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5" y="1645920"/>
            <a:ext cx="3246120" cy="169164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600200"/>
            <a:ext cx="3246120" cy="16916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600200"/>
            <a:ext cx="64008" cy="16916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0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874519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Innovation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441448"/>
            <a:ext cx="2606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Technological advancements are crucial for improving efficiency and storage.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28616" y="3611879"/>
            <a:ext cx="3246120" cy="169164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92040" y="3566160"/>
            <a:ext cx="3246120" cy="16916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92040" y="3566160"/>
            <a:ext cx="64008" cy="16916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66359" y="38404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59" y="38496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84048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Policy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9" y="4407408"/>
            <a:ext cx="2606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Supportive policies can accelerate the adoption of renewable energy.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 coordinated approach is essential for a successful transition to renewable energy.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Conclusion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Toward a Cleaner Energy Future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1024128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880360"/>
            <a:ext cx="94183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1F2937"/>
                </a:solidFill>
                <a:latin typeface="Aptos"/>
              </a:rPr>
              <a:t>A combination of renewable sources and energy-storage systems can create a cleaner and more resilient energy future.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7492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D9EAF7"/>
                </a:solidFill>
                <a:latin typeface="Aptos"/>
              </a:rPr>
              <a:t>Renewable energy is a viable and necessary path forward.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