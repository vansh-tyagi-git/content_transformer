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097280"/>
            <a:ext cx="4114800" cy="411480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5303520"/>
            <a:ext cx="2286000" cy="2286000"/>
          </a:xfrm>
          <a:prstGeom prst="ellipse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8778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Google Company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383280"/>
            <a:ext cx="1051560" cy="6400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D9EAF7"/>
                </a:solidFill>
                <a:latin typeface="Aptos"/>
              </a:rPr>
              <a:t>A Brief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An overview of Google as a company, focusing on its core aspects and significance.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59893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EXECUTIVE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Google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45920"/>
            <a:ext cx="521208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521208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87451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Global Presence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560320"/>
            <a:ext cx="45720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Google is recognized worldwide as a leader in technology and innovation.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521208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600200"/>
            <a:ext cx="521208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87451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Core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560320"/>
            <a:ext cx="45720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Known for its search engine, Google has diversified into various technology sectors.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Google is a multifaceted technology company with a strong global footprint.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Source Content: Google Company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Why Google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45920"/>
            <a:ext cx="521208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521208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87451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Innovation Leader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560320"/>
            <a:ext cx="45720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Google drives technological advancements and sets industry standards.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521208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600200"/>
            <a:ext cx="521208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874519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Impact on Daily Life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560320"/>
            <a:ext cx="457200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Google's products and services are integral to modern digital life.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Google's innovations and services have a profound impact on technology and daily life.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Source Content: Google Company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EAF7"/>
                </a:solidFill>
                <a:latin typeface="Aptos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1024128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880360"/>
            <a:ext cx="94183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1F2937"/>
                </a:solidFill>
                <a:latin typeface="Aptos"/>
              </a:rPr>
              <a:t>Google is a dominant force in the global technology landscape.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7492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D9EAF7"/>
                </a:solidFill>
                <a:latin typeface="Aptos"/>
              </a:rPr>
              <a:t>Google remains a pivotal player in technology, driving innovation and shaping the digital future.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Source Content: Google 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