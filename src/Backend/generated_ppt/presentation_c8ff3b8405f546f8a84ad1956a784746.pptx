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Google Company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A Brief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provides a concise overview of Google as a company, tailored for executive leadership.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COMPANY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Google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Google operates worldwide as a leading technology company.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Core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Specializes in internet-related services and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Google is a dominant player in the global tech industry.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KEY ASPECTS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Google's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Known for continuous innovation in technology and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Market Influence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Significant influence on digital markets and consumer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Google drives innovation and shapes digital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Final Thoughts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Google remains a pivotal force in the technology sector with a global reach and innovative drive.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