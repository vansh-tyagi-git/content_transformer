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Strategic AI Adoption in Modern Organizations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Balancing Business Value with Responsible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the current state of AI adoption, key benefits, challenges, and a structured approach to implementing AI responsibly in organizations.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 Adoption is Accelerating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698480" cy="33832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488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00" b="1">
                <a:solidFill>
                  <a:srgbClr val="17365D"/>
                </a:solidFill>
                <a:latin typeface="Aptos"/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546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Organizations using AI in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adoption is growing rapidly across industries.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2024 survey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Value Drivers of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Handles repetitive tasks, freeing employees for higher-value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81727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Analyzes complex data patterns to improve business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Operational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Optimizes workflows and reduces manual effort across processes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delivers value through multiple complementary pathways.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Key Business Benefits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 Applications Across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Handles common questions, classifies requests, routes complex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749039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Software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4114800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Assists with code generation, explanation, testing, and issue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Supports analysis, anomaly detection, document processing,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749039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Human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114800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Assists with information retrieval, analytics, and admin workflows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creates value across diverse organizational functions.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AI Use Cases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Critical Considerations for AI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Privacy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Requires controls for sensitive data processing and system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Need for explainable outputs, especially in high-impact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Accuracy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Potential for incorrect outputs requiring human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Employee Adoption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Addressing concerns about job impacts and providing training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Successful AI adoption requires addressing multiple implementation challenges.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Key Challenges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Responsible AI Adoption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4680"/>
            <a:ext cx="9875520" cy="45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Identify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Focus on business problems where AI creates measurable value</a:t>
            </a:r>
          </a:p>
        </p:txBody>
      </p:sp>
      <p:sp>
        <p:nvSpPr>
          <p:cNvPr id="11" name="Oval 10"/>
          <p:cNvSpPr/>
          <p:nvPr/>
        </p:nvSpPr>
        <p:spPr>
          <a:xfrm>
            <a:off x="395478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478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Assess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Evaluate privacy, security, accuracy and ethical considerations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Run Controlled Pilots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Start small with defined success criteria</a:t>
            </a:r>
          </a:p>
        </p:txBody>
      </p:sp>
      <p:sp>
        <p:nvSpPr>
          <p:cNvPr id="19" name="Oval 18"/>
          <p:cNvSpPr/>
          <p:nvPr/>
        </p:nvSpPr>
        <p:spPr>
          <a:xfrm>
            <a:off x="912114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114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678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Validate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678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Measure against business outcomes before scaling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 phased approach reduces risk while demonstrating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Implementation Roadmap 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Elements of AI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Ownership &amp;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Clear responsibility for AI systems and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Data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Governance for what information can be used and how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Human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Appropriate review for high-impact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Continuous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Ongoing evaluation of performance and risks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Effective governance balances innovation with responsibility.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AI Governance 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Keys to Successful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36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Start with Business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Focus on defined needs rather than technology for its own sake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048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Prioritize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0487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Balance value, feasibility, data readiness and risk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826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278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Establish Governance 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Implement controls before scaling high-impact applications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507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Measure Business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079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Track operational improvements rather than just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strongest AI strategies combine technology with business objectives.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Recommendations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Balancing Value with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AI creates significant value through automation, decision support and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success comes from combining technology adoption with business strategy and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Key Takeaway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