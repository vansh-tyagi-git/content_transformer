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the Energy Sector: Transforming Modern Electricity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Enhancing Forecasting, Optimization, and Grid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how artificial intelligence is revolutionizing the energy sector by improving renewable energy forecasting, demand prediction, resource optimization, and grid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Applications of AI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Renewable Energy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improves prediction of solar and wind power output by analyzing weather and historical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Demand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models estimate future electricity demand using consumption patterns and external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Resource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determines optimal operation of generation units and energy storage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Predictive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monitors equipment for early signs of degradation or failure.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enhances multiple aspects of energy systems, from forecasting to maintenance.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AI-Driven Energy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Renewable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Machine learning models analyze historical generation, weather data, and other variables to predict solar and wind power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Electricity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models estimate future demand by analyzing consumption patterns, temperature, time of day, and weather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Accurate forecasting reduces uncertainty and improves grid planning.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Renewable and demand forecasting sections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 in Energy Resource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4680"/>
            <a:ext cx="9875520" cy="45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Gather data on generation units, storage systems, and demand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481584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84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48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AI models analyze data to determine optimal operation schedules.</a:t>
            </a:r>
          </a:p>
        </p:txBody>
      </p:sp>
      <p:sp>
        <p:nvSpPr>
          <p:cNvPr id="15" name="Oval 14"/>
          <p:cNvSpPr/>
          <p:nvPr/>
        </p:nvSpPr>
        <p:spPr>
          <a:xfrm>
            <a:off x="826008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57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572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Energy resources are deployed based on AI-driven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optimizes energy resources to reduce costs and improve efficiency.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Resource optimization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Predictive Maintenance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Continuous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Sensors track equipment condition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81727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identifies unusual patterns indicating potential failures.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Proactive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Maintenance is scheduled before critical failures occur.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Predictive maintenance reduces downtime and costs.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Predictive maintenance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Balancing Opportunities and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Improved renewable integration, grid efficiency, and cost reduction.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Data quality, cybersecurity, computational needs, and human oversight.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offers significant benefits but requires careful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Challenges and benefits sections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Building Smarter Energy Systems with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is a critical tool for creating resilient, efficient, and renewable-friendly electricity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Conclusion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