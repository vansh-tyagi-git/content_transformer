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the Modern Energy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Enhancing Forecasting, Optimization, and Grid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how artificial intelligence is transforming the energy sector by improving forecasting, optimization, monitoring, and decision-making to support renewable energy integration and grid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Applications of AI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Renewable Energy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analyzes weather and historical data to predict solar and wind power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Demand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estimates future electricity demand using consumption patterns and external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Resource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determines optimal operation of generation units and storage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Predictive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monitors infrastructure to detect degradation and prevent failures.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enhances forecasting, optimization, and maintenance in the energy sector.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AI-Driven Energy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Renewable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Machine learning models analyze weather, cloud conditions, and historical data to predict solar and wind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Electricity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models estimate future demand by analyzing consumption patterns, temperature, and time variables.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improves accuracy in both renewable energy and electricity demand forecasting.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Forecasting applications in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Energy Resource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657600" cy="38862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148840"/>
            <a:ext cx="1280160" cy="128016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505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Responsible</a:t>
            </a:r>
            <a:br/>
            <a:r>
              <a:t>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28616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59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Battery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determines optimal charging/discharging times to reduce peak demand and enhance renewable utilization.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Generation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schedules operation of different energy resources for maximum efficiency.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optimizes energy resources to improve efficiency and reduce costs.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Optimization applications in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Predictive Maintenance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Infrastructure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Sensors and AI detect unusual patterns in transformers, turbines, and other equipment.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Early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identifies potential failures before they occur, reducing downtime and maintenance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enables proactive maintenance, minimizing unexpected outages.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Predictive maintenance in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GRID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 for Grid Stability and Fault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Fault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analyzes operational data to identify abnormal conditions and faults.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Operator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assists grid operators in responding to disturbances quickly and effectively.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enhances grid reliability by detecting faults and supporting operators.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Grid management applications in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Challenges of AI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models require high-quality, reliable data for accurate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Energy systems using AI must address potential cybersecurity threats.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Computational Needs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systems demand significant computational resources.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Human Oversight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Reliable human oversight remains essential for AI-driven decisions.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introduces challenges that must be managed for successful implementation.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Challenges mentioned in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Building Smarter Energy Systems with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AI enhances forecasting, optimization, maintenance, and grid management, supporting renewable integration and reliable electricity supply.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is a transformative tool for the modern energy sector.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Conclusion from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